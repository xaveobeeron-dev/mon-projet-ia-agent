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Préparation du budget pour l'année suivante</a:t>
            </a:r>
          </a:p>
        </p:txBody>
      </p:sp>
      <p:pic>
        <p:nvPicPr>
          <p:cNvPr id="4" name="Picture 3" descr="graph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Ce JSON contient les informations nécessaires pour préparer le budget COPIL.</a:t>
            </a:r>
          </a:p>
          <a:p>
            <a:pPr lvl="1">
              <a:defRPr sz="1400"/>
            </a:pPr>
            <a:r>
              <a:t>La détermination des récurrents et des non-recurrents</a:t>
            </a:r>
          </a:p>
          <a:p>
            <a:pPr lvl="1">
              <a:defRPr sz="1400"/>
            </a:pPr>
            <a:r>
              <a:t>Le calcul de l'écart mensuel</a:t>
            </a:r>
          </a:p>
          <a:p>
            <a:pPr lvl="1">
              <a:defRPr sz="1400"/>
            </a:pPr>
            <a:r>
              <a:t>Les justifications financières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