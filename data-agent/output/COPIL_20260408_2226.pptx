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CIB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Budget des services sociaux (CIP, CIB)</a:t>
            </a:r>
          </a:p>
        </p:txBody>
      </p:sp>
      <p:pic>
        <p:nvPicPr>
          <p:cNvPr id="4" name="Picture 3" descr="graph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Désignation des ressources humaines pour les services sociaux, avec une stratégie de développement et de gestion efficaces.</a:t>
            </a:r>
          </a:p>
          <a:p>
            <a:pPr lvl="1">
              <a:defRPr sz="1400"/>
            </a:pPr>
            <a:r>
              <a:t>La répartition des ressources dans le budget permet d'assurer la qualité du service</a:t>
            </a:r>
          </a:p>
          <a:p>
            <a:pPr lvl="1">
              <a:defRPr sz="1400"/>
            </a:pPr>
            <a:r>
              <a:t>L'utilisation d'un écart cumulé favorise l'économie de l'espace et la gestion efficace des ressources</a:t>
            </a:r>
          </a:p>
          <a:p>
            <a:pPr lvl="1">
              <a:defRPr sz="1400"/>
            </a:pPr>
            <a:r>
              <a:t>Les justifications sont claires et concises, pour une meilleure compréhension des coûts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