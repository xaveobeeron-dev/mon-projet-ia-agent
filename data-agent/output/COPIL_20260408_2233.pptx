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COPIL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Plan prévisionnel de cotisations annuelles</a:t>
            </a:r>
          </a:p>
        </p:txBody>
      </p:sp>
      <p:pic>
        <p:nvPicPr>
          <p:cNvPr id="4" name="Picture 3" descr="graph_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486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/>
            </a:pPr>
            <a:r>
              <a:t>Il s'agit d'un budget personnalisé pour le compte du CROUS et des cotisations de tous les agents.</a:t>
            </a:r>
          </a:p>
          <a:p>
            <a:pPr lvl="1">
              <a:defRPr sz="1400"/>
            </a:pPr>
            <a:r>
              <a:t>Ce budget est conçu pour couvrir l'ensemble des frais relatifs à la rémunération, aux transports, à la formation, etc.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