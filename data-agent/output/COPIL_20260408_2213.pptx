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COPIL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Sélection des primes de santé pour les employés.</a:t>
            </a:r>
          </a:p>
        </p:txBody>
      </p:sp>
      <p:pic>
        <p:nvPicPr>
          <p:cNvPr id="4" name="Picture 3" descr="graph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Pour garantir une meilleure santé et un bien-être en santé au travail.</a:t>
            </a:r>
          </a:p>
          <a:p>
            <a:pPr lvl="1">
              <a:defRPr sz="1400"/>
            </a:pPr>
            <a:r>
              <a:t>- Réduction des coûts en matière de primes de santé.</a:t>
            </a:r>
          </a:p>
          <a:p>
            <a:pPr lvl="1">
              <a:defRPr sz="1400"/>
            </a:pPr>
            <a:r>
              <a:t>- Amélioration de la qualité du service de santé.</a:t>
            </a:r>
          </a:p>
          <a:p>
            <a:pPr lvl="1">
              <a:defRPr sz="1400"/>
            </a:pPr>
            <a:r>
              <a:t>- Augmentation des opportunités de formation et de développement professionnel.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