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Analyse S1-S7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Études de Cas de Budget</a:t>
            </a:r>
          </a:p>
        </p:txBody>
      </p:sp>
      <p:pic>
        <p:nvPicPr>
          <p:cNvPr id="4" name="Picture 3" descr="graph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/>
            </a:pPr>
            <a:r>
              <a:t>Analysons les écarts de budget pour chaque sous-saison du projet IT</a:t>
            </a:r>
          </a:p>
          <a:p>
            <a:pPr lvl="1">
              <a:defRPr sz="1400"/>
            </a:pPr>
            <a:r>
              <a:t>- Ecart Cumule S1 : +2500</a:t>
            </a:r>
          </a:p>
          <a:p>
            <a:pPr lvl="1">
              <a:defRPr sz="1400"/>
            </a:pPr>
            <a:r>
              <a:t>- Ecart Cumule S2 : -5000</a:t>
            </a:r>
          </a:p>
          <a:p>
            <a:pPr lvl="1">
              <a:defRPr sz="1400"/>
            </a:pPr>
            <a:r>
              <a:t>- Ecart Cumule S3 : +12000</a:t>
            </a:r>
          </a:p>
          <a:p>
            <a:pPr lvl="1">
              <a:defRPr sz="1400"/>
            </a:pPr>
            <a:r>
              <a:t>- Ecart Cumule S4 : -19000</a:t>
            </a:r>
          </a:p>
          <a:p>
            <a:pPr lvl="1">
              <a:defRPr sz="1400"/>
            </a:pPr>
            <a:r>
              <a:t>- Ecart Cumule S5 : +27500</a:t>
            </a:r>
          </a:p>
          <a:p>
            <a:pPr lvl="1">
              <a:defRPr sz="1400"/>
            </a:pPr>
            <a:r>
              <a:t>- Ecart Cumule S6 : -36000</a:t>
            </a:r>
          </a:p>
          <a:p>
            <a:pPr lvl="1">
              <a:defRPr sz="1400"/>
            </a:pPr>
            <a:r>
              <a:t>- Ecart Cumule S7 : +57000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